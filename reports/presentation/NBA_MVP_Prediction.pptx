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C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Predicting the NBA MVP</a:t>
            </a:r>
          </a:p>
          <a:p>
            <a:r>
              <a:t>with Machine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DCDCDC"/>
                </a:solidFill>
              </a:defRPr>
            </a:pPr>
            <a:r>
              <a:t>A Comparative Study of Naive Bayes and Logistic Regression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B4B4B4"/>
                </a:solidFill>
              </a:defRPr>
            </a:pPr>
            <a:r>
              <a:t>UE24CS352A — Machine Learning Mini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1. Motivation &amp; Problem Statement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2. Dataset &amp; Features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3. Methodology &amp; Workflow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4. Models: Naive Bayes vs. Logistic Regression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5. Results, Analysis &amp; Feature Importance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6. Improvements Over the Reference Report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7. Limitations &amp; Future Work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8. Live Demo Notes &amp; 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529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B4C8E6"/>
                </a:solidFill>
              </a:defRPr>
            </a:pPr>
            <a:r>
              <a:t>PART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017520"/>
            <a:ext cx="7315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Motivation &amp; Problem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NBA MVP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333333"/>
                </a:solidFill>
              </a:defRPr>
            </a:pPr>
            <a:r>
              <a:t>Understanding the real-world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The NBA Most Valuable Player award is decided by ~100 sportswriters and broadcasters.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Voting is partly subjective: media narratives, popularity, team success, and recency bias influence outcomes.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This project asks: Can machine learning predict the MVP using only objective season statistics?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We frame it as a classification task: given the top 3 MVP finalists in a season, identify the winner.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Why Machine Learning?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333333"/>
                </a:solidFill>
              </a:defRPr>
            </a:pPr>
            <a:r>
              <a:t>Objectives of the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Remove human bias and build a reproducible decision rule.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Identify which statistics are most predictive of MVP voting.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Compare two fundamental ML approaches on the same task: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   • Naive Bayes — a generative probabilistic classifier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   • Logistic Regression — a discriminative linear classifier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Provide a baseline for more complex models in future work.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529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B4C8E6"/>
                </a:solidFill>
              </a:defRPr>
            </a:pPr>
            <a:r>
              <a:t>PART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017520"/>
            <a:ext cx="7315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Dataset &amp; Features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Data 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333333"/>
                </a:solidFill>
              </a:defRPr>
            </a:pPr>
            <a:r>
              <a:t>Where the data came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Primary source: Basketball-Reference (per-game player statistics + MVP voting shares).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Downloaded via Kaggle dataset: '1982-2022 NBA Player Statistics with MVP Votes'.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Timeframe used: 2000-01 to 2019-20 (20 seasons).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For each season, we selected the top 3 players by MVP award share as finalists.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The finalist with the highest award share is labeled MVP (1), the others non-MVP (0).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Dataset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333333"/>
                </a:solidFill>
              </a:defRPr>
            </a:pPr>
            <a:r>
              <a:t>Key numbers for the dataset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874520"/>
          <a:ext cx="768096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840480"/>
              </a:tblGrid>
              <a:tr h="6400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Property</a:t>
                      </a:r>
                    </a:p>
                  </a:txBody>
                  <a:tcPr>
                    <a:solidFill>
                      <a:srgbClr val="1E3C7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1E3C7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Total rows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60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Seasons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2000-01 to 2019-20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Rows per season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Top 3 finalists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Training rows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48 (2000-01 to 2015-16)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Test rows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12 (2016-17 to 2019-20)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Features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10 per-game statistics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MVP (1) / Non-MVP (0)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Features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333333"/>
                </a:solidFill>
              </a:defRPr>
            </a:pPr>
            <a:r>
              <a:t>Ten statistics selected to match the reference sample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Games played (g) — availability and durability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Minutes per game (mp_per_g) — playing time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Field goal percentage (fg_pct) — scoring efficiency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3-point percentage (fg3_pct) — outside shooting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Free throw percentage (ft_pct) — free-throw efficiency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Total rebounds per game (trb_per_g) — all-around contribution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Assists per game (ast_per_g) — playmaking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Steals per game (stl_per_g) — defensive activity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Blocks per game (blk_per_g) — rim protection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Points per game (pts_per_g) — offensive production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529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B4C8E6"/>
                </a:solidFill>
              </a:defRPr>
            </a:pPr>
            <a:r>
              <a:t>PART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017520"/>
            <a:ext cx="7315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Methodology &amp; Workflow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Project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333333"/>
                </a:solidFill>
              </a:defRPr>
            </a:pPr>
            <a:r>
              <a:t>End-to-end pipeline from raw data to final 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1. Data Collection — download Kaggle/Basketball-Reference dataset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2. Data Cleaning — filter seasons, select top 3 finalists, build labels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3. Feature Selection — keep 10 per-game statistics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4. Train-Test Split — chronological split: 2000-2016 train, 2017-2020 test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5. Model Training — Naive Bayes and Logistic Regression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6. Evaluation — pure and seasonal prediction modes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7. Visualization &amp; Reporting — plots, poster, slides, viva report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Our Two Models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280160"/>
            <a:ext cx="4114800" cy="5120640"/>
          </a:xfrm>
          <a:prstGeom prst="roundRect">
            <a:avLst/>
          </a:prstGeom>
          <a:solidFill>
            <a:srgbClr val="E8F4F8"/>
          </a:solidFill>
          <a:ln w="19050">
            <a:solidFill>
              <a:srgbClr val="2A52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37490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E3C72"/>
                </a:solidFill>
              </a:defRPr>
            </a:pPr>
            <a:r>
              <a:t>Naive Bayes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Type: Generative classifier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Learns P(features | class)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Assumes feature independence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Fast, works with small data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No scaling required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Good baseline model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80160"/>
            <a:ext cx="4114800" cy="5120640"/>
          </a:xfrm>
          <a:prstGeom prst="roundRect">
            <a:avLst/>
          </a:prstGeom>
          <a:solidFill>
            <a:srgbClr val="E8F4F8"/>
          </a:solidFill>
          <a:ln w="19050">
            <a:solidFill>
              <a:srgbClr val="2A52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46320" y="1463040"/>
            <a:ext cx="37490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E3C72"/>
                </a:solidFill>
              </a:defRPr>
            </a:pPr>
            <a:r>
              <a:t>Logistic Regression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Type: Discriminative classifier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Learns P(class | features)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No independence assumption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Outputs probabilities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Features standardized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Learns a linear decision boundary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Two Evaluation Modes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333333"/>
                </a:solidFill>
              </a:defRPr>
            </a:pPr>
            <a:r>
              <a:t>How we measured success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Pure MVP Prediction: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   • Each finalist is independently classified as MVP or not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   • Decision threshold on predicted probability: 0.5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   • Standard binary classification accuracy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Seasonal MVP Prediction: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   • One MVP must be chosen per season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   • Select the finalist with the highest predicted probability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   • Mirrors the real-world constraint of a single winner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529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B4C8E6"/>
                </a:solidFill>
              </a:defRPr>
            </a:pPr>
            <a:r>
              <a:t>PART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017520"/>
            <a:ext cx="7315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Results &amp; Analysis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Model Accuracy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333333"/>
                </a:solidFill>
              </a:defRPr>
            </a:pPr>
            <a:r>
              <a:t>Logistic Regression performs best in seasonal mode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874520"/>
          <a:ext cx="768096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640079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E3C7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Train (pure)</a:t>
                      </a:r>
                    </a:p>
                  </a:txBody>
                  <a:tcPr>
                    <a:solidFill>
                      <a:srgbClr val="1E3C7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Test (pure)</a:t>
                      </a:r>
                    </a:p>
                  </a:txBody>
                  <a:tcPr>
                    <a:solidFill>
                      <a:srgbClr val="1E3C7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Test (seasonal)</a:t>
                      </a:r>
                    </a:p>
                  </a:txBody>
                  <a:tcPr>
                    <a:solidFill>
                      <a:srgbClr val="1E3C72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Naive Bayes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60.4%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41.7%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50.0%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640081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Logistic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79.2%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33333"/>
                          </a:solidFill>
                        </a:defRPr>
                      </a:pPr>
                      <a:r>
                        <a:t>66.7%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Accuracy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2743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Key observations: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• Logistic Regression generalizes better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• Seasonal mode is harder but more realistic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• Both models show a train-test gap due to limited data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• Logistic Regression reaches 66.7% seasonal accuracy</a:t>
            </a:r>
          </a:p>
        </p:txBody>
      </p:sp>
      <p:pic>
        <p:nvPicPr>
          <p:cNvPr id="5" name="Picture 4" descr="accurac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1371600"/>
            <a:ext cx="512064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474720" y="4546396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333333"/>
                </a:solidFill>
              </a:defRPr>
            </a:pPr>
            <a:r>
              <a:t>Comparison across train/test and evaluation modes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Confusion Matrices (Pure Mode)</a:t>
            </a:r>
          </a:p>
        </p:txBody>
      </p:sp>
      <p:pic>
        <p:nvPicPr>
          <p:cNvPr id="4" name="Picture 3" descr="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6949440" cy="27797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7280" y="5588812"/>
            <a:ext cx="6949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333333"/>
                </a:solidFill>
              </a:defRPr>
            </a:pPr>
            <a:r>
              <a:t>Left: Naive Bayes | Right: Logistic Regression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What the Results Tell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333333"/>
                </a:solidFill>
              </a:defRPr>
            </a:pPr>
            <a:r>
              <a:t>Interpreting the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Logistic Regression is better at the seasonal task because it learns a direct decision boundary.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Naive Bayes underperforms because basketball features are correlated (violating its independence assumption).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The train-test gap shows the model is somewhat overfitting the small 48-row training set.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Even with only 10 basic stats, we can predict the correct MVP 2 out of 3 seasons in test data.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Voter subjectivity and missing narrative factors explain why accuracy is not higher.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Feature Importance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2743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Most important predictors: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1. Assists per game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2. Free throw %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3. Points per game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4. Blocks per game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5. Rebounds per game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Negative: Minutes per game — high minutes without high production may reduce MVP odds</a:t>
            </a:r>
          </a:p>
        </p:txBody>
      </p:sp>
      <p:pic>
        <p:nvPicPr>
          <p:cNvPr id="5" name="Picture 4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1371600"/>
            <a:ext cx="512064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474720" y="4546396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333333"/>
                </a:solidFill>
              </a:defRPr>
            </a:pPr>
            <a:r>
              <a:t>Logistic Regression coefficients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529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B4C8E6"/>
                </a:solidFill>
              </a:defRPr>
            </a:pPr>
            <a:r>
              <a:t>PART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017520"/>
            <a:ext cx="7315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Improvements Over Reference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How We Improved Upon the Sample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333333"/>
                </a:solidFill>
              </a:defRPr>
            </a:pPr>
            <a:r>
              <a:t>Going beyond the reference sample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1. Reproducible pipeline: every step is scripted (data, training, visuals, slides).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2. Better dataset handling: used a verified Kaggle dataset instead of manual scraping.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3. Two evaluation modes: pure + seasonal, giving a more realistic accuracy measure.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4. Feature importance analysis: clear ranking of which stats drive predictions.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5. Visual results: accuracy charts, confusion matrices, and feature plots.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6. Professional deliverables: HTML poster and a complete PowerPoint deck.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7. Comprehensive documentation: README + setup guide + final viva report.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529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B4C8E6"/>
                </a:solidFill>
              </a:defRPr>
            </a:pPr>
            <a:r>
              <a:t>PART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017520"/>
            <a:ext cx="7315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Limitations &amp; Future Work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Limitations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280160"/>
            <a:ext cx="4114800" cy="5120640"/>
          </a:xfrm>
          <a:prstGeom prst="roundRect">
            <a:avLst/>
          </a:prstGeom>
          <a:solidFill>
            <a:srgbClr val="E8F4F8"/>
          </a:solidFill>
          <a:ln w="19050">
            <a:solidFill>
              <a:srgbClr val="2A52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37490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E3C72"/>
                </a:solidFill>
              </a:defRPr>
            </a:pPr>
            <a:r>
              <a:t>Data Limitations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Very small dataset (60 rows)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Only top 3 finalists used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No team-level statistics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Missing advanced metrics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No player injury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80160"/>
            <a:ext cx="4114800" cy="5120640"/>
          </a:xfrm>
          <a:prstGeom prst="roundRect">
            <a:avLst/>
          </a:prstGeom>
          <a:solidFill>
            <a:srgbClr val="E8F4F8"/>
          </a:solidFill>
          <a:ln w="19050">
            <a:solidFill>
              <a:srgbClr val="2A52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46320" y="1463040"/>
            <a:ext cx="37490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E3C72"/>
                </a:solidFill>
              </a:defRPr>
            </a:pPr>
            <a:r>
              <a:t>Modeling Limitations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Naive Bayes independence assumption violated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Logistic Regression is linear only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No ensemble or deep learning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Cannot capture voter narrative/bias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Risk of overfitting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333333"/>
                </a:solidFill>
              </a:defRPr>
            </a:pPr>
            <a:r>
              <a:t>How the project can be extended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Add team-level features: wins, losses, playoff seed, point differential, strength of schedule.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Include advanced player metrics: PER, win shares (WS), box plus-minus (BPM), VORP.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Expand the dataset to include more seasons and all MVP vote-getters, not just top 3.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Try ensemble methods: Random Forest, XGBoost, Gradient Boosting.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Perform hyperparameter tuning with cross-validation.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Use actual MVP vote counts as a continuous target instead of binary labels.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529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B4C8E6"/>
                </a:solidFill>
              </a:defRPr>
            </a:pPr>
            <a:r>
              <a:t>PART 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017520"/>
            <a:ext cx="7315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Demo &amp; Conclusion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Live Demo 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333333"/>
                </a:solidFill>
              </a:defRPr>
            </a:pPr>
            <a:r>
              <a:t>What to show during the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1. Show the project folder and repository structure.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2. Run data preparation: python src/data_preparation.py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3. Run model training: python src/models.py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4. Show results/metrics.json and explain accuracies.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5. Display visualizations from reports/figures/.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6. Open the poster and PowerPoint for the panel.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7. Highlight the best result: Logistic Regression 66.7% seasonal accuracy.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333333"/>
                </a:solidFill>
              </a:defRPr>
            </a:pPr>
            <a:r>
              <a:t>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Machine learning can partially predict NBA MVP voting using basic player statistics.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Logistic Regression (66.7% seasonal accuracy) outperforms Naive Bayes (50.0%).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The results confirm that MVP voting has a significant subjective component.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Assists, free-throw percentage, points, blocks, and rebounds are the strongest predictors.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Future models should include team success and advanced metrics for better accuracy.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C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DCDCDC"/>
                </a:solidFill>
              </a:defRPr>
            </a:pPr>
            <a:r>
              <a:t>Questions &amp;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B4B4B4"/>
                </a:solidFill>
              </a:defRPr>
            </a:pPr>
            <a:r>
              <a:t>UE24CS352A — Machine Learning Mini 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